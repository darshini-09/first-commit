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0245-DF56-4BF0-B9C6-6235B298E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DB1EF-1EDD-7288-25C8-F3F1598AB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DE1DE-EFE7-D15F-FEAF-1989F9D6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695B6-0001-38D4-FD71-DF97926B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40701-3F7B-6FAE-DAD0-5F6529E9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36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DA77-B99F-3A98-7939-D05A36B3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44D3-5AD4-E219-BC21-91FBD43DB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55100-005E-AEAC-7A69-06BD9F2E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F4300-F779-A388-A604-53C7768C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778B-E0D0-92D3-6A5A-A04F079E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08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6D95-F30D-CC7D-872E-7A5BAAED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B4105-5B34-AD76-C3D9-E88CB1C0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F375F-BC19-FCE6-52AE-26C9E1AE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4813-7723-D3AB-99E2-D375D52D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86735-5D80-91DD-8228-80F35F7E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0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10852-6C95-10C7-10E2-98E838EC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E562-00D4-346F-0D45-E9AC11667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891F4-0E87-705D-87D7-442D08B5F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E960E-F947-B5B2-6A1A-41D5B0E2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EA1D0-FB08-7ABB-9684-950717AE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E9E41-6807-38F0-EEF1-FDD77F68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2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162A-86A6-A364-CF1E-BC9EBCDA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897AE-A445-71EA-6774-2A64277C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2FBCE-DD8C-5294-B6E0-5DBCB10C7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0D0CC-9B75-9583-3609-ACD5885F7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766DD-80D2-D0BC-14ED-DB99AC8E4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E2683-1601-3141-CAAC-83428A15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45A12-C16E-DF2B-7173-F5AD40D6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4524E-C4C9-71F8-9D80-0E24CE0C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05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09E7-FFFA-34F6-3535-8A8788E0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335CD-60FB-4DC3-9130-2127A5F7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0D4C2-5E7E-D975-568C-90CDA8D5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614B1-3BA7-CA6A-BC7F-5E4C104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4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B7A5B-5FE1-665A-E1CF-1D462DA6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430AE-7E2B-7F81-C947-C3A3431F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EA8CB-CC17-FE2A-E8B1-65812F9F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4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003D-9FDC-5314-57EC-29FCA2CC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FD4B-48C3-5058-14B7-0854F686A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C82C6-4BCC-484F-41CE-7D67061B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F8A7F-2926-70D6-C442-C5EEA9E3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C41B4-EB26-CD8B-21F1-37899F7A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8C046-EB13-9E29-C05E-80B31C74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26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66AD-5BBE-E992-5D65-3BBD1CF3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FAB50-59AD-38F8-19B2-AFE818EB7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DAF29-1566-4C02-CDE3-379545B1F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15716-D761-A45E-972D-FF869BF5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A0E46-3C8C-6884-5257-FA07E6D5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62C53-D8F8-B2C7-8782-F5DE188C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26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2223-D0B9-0A2A-91AC-8B3C67EB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62E08-A5F1-BF29-E240-15E4C6DBE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4231-1856-2CD9-FAE1-0C83AADD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12F5-7657-36CE-41E6-6522EB15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3503C-D599-9363-8B6F-FB637684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24DA8-9043-D239-7661-E66145A5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343D4-5EEE-E354-0376-E97517420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AE51A-27FE-CEF0-3053-5C582FAE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EEBEB-897B-C36A-9497-4B7ECC32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37FB2-07B2-AB92-9DAB-7E90DE38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53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66C1E-6EEC-F504-562A-4D320BFC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F37D5-E1C9-D132-A858-9B8E11649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CA690-85B7-0FE3-86EA-C2DCF502B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CA6B5-6207-48CB-98F1-34F771D0BAB1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ABCEA-1349-098B-19C9-814B77C49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C9F1D-EE95-3122-5573-8439122F2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A2525-8192-41E1-8F7E-BA0738D9D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41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97A5-E356-48D0-8CAC-12550F1AD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MAVERICKS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5B2FF-1A76-247A-72A7-A63E15ECD3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143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7579-E895-E878-1328-99EA89FB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7E90-9F08-F30A-5C08-A0E59EFB1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F722-D963-A502-2FE3-C6A1F887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1D672-DC93-460C-B63A-3C0056BAC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So this is all about implementing some more advantages for a smart blind stick using IoT </a:t>
            </a:r>
          </a:p>
          <a:p>
            <a:r>
              <a:rPr lang="en-US" dirty="0"/>
              <a:t>Let us see how this works with the factors in it which plays an important role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780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3FC3-6C67-1250-D64C-595C7623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E92D-A382-905D-1579-2C659BA3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0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THE MAVERICKS 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priyadarshinigosetty01@gmail.com</dc:creator>
  <cp:lastModifiedBy>priyadarshinigosetty01@gmail.com</cp:lastModifiedBy>
  <cp:revision>1</cp:revision>
  <dcterms:created xsi:type="dcterms:W3CDTF">2025-08-21T03:56:31Z</dcterms:created>
  <dcterms:modified xsi:type="dcterms:W3CDTF">2025-08-21T04:09:34Z</dcterms:modified>
</cp:coreProperties>
</file>